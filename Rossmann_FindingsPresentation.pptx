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20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7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4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90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81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7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64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6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21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07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8320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09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47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96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14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9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961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481" y="639097"/>
            <a:ext cx="8798667" cy="3329581"/>
          </a:xfrm>
        </p:spPr>
        <p:txBody>
          <a:bodyPr/>
          <a:lstStyle/>
          <a:p>
            <a:r>
              <a:rPr dirty="0"/>
              <a:t>Rossmann Store Sales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1410" y="4346670"/>
            <a:ext cx="6620968" cy="861420"/>
          </a:xfrm>
        </p:spPr>
        <p:txBody>
          <a:bodyPr/>
          <a:lstStyle/>
          <a:p>
            <a:r>
              <a:rPr dirty="0"/>
              <a:t>Project Findings, Analysis &amp; Conclusion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future Rossmann store sales using Machine Learning and Deep Learning techniques.</a:t>
            </a:r>
          </a:p>
          <a:p>
            <a:r>
              <a:t>Analyze customer behavior, promotions, holidays, and store performance.</a:t>
            </a:r>
          </a:p>
          <a:p>
            <a:r>
              <a:t>Build forecasting models for business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 more than 1 million store sales records.</a:t>
            </a:r>
          </a:p>
          <a:p>
            <a:r>
              <a:t>Important features: Sales, Customers, Promo, StoreType, Assortment, Holidays, CompetitionDistance.</a:t>
            </a:r>
          </a:p>
          <a:p>
            <a:r>
              <a:t>Performed preprocessing, cleaning, scaling, and feature engineering.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Promotion Analysis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Promotions significantly increased sales across stores.</a:t>
            </a:r>
          </a:p>
          <a:p>
            <a:r>
              <a:t>Promo stores attracted more customers compared to non-promo periods.</a:t>
            </a:r>
          </a:p>
          <a:p>
            <a:r>
              <a:t>Some stores showed extremely high promotional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Behavior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and customers showed strong positive correlation (~0.89).</a:t>
            </a:r>
          </a:p>
          <a:p>
            <a:r>
              <a:t>Higher customer traffic directly increased store revenue.</a:t>
            </a:r>
          </a:p>
          <a:p>
            <a:r>
              <a:t>Customer count became one of the strongest sales indicators.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Holiday Sales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patterns changed significantly during holidays.</a:t>
            </a:r>
          </a:p>
          <a:p>
            <a:r>
              <a:t>After-holiday sales were higher than regular periods.</a:t>
            </a:r>
          </a:p>
          <a:p>
            <a:r>
              <a:t>Christmas and Easter periods showed lower average sales due to store closures.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&amp; Assortment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with Extra assortment achieved the highest average sales.</a:t>
            </a:r>
          </a:p>
          <a:p>
            <a:r>
              <a:t>Store-specific behavior strongly influenced performance.</a:t>
            </a:r>
          </a:p>
          <a:p>
            <a:r>
              <a:t>Competition distance also affected store sales.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open consistently during weekdays performed better on weekends.</a:t>
            </a:r>
          </a:p>
          <a:p>
            <a:r>
              <a:t>Operational consistency improved customer retention.</a:t>
            </a:r>
          </a:p>
          <a:p>
            <a:r>
              <a:t>Stable operations resulted in stronger weekend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important features were Store, CompetitionDistance, Promo, DayOfWeek, and StoreType.</a:t>
            </a:r>
          </a:p>
          <a:p>
            <a:r>
              <a:t>Promotions and store characteristics strongly impacted predictions.</a:t>
            </a:r>
          </a:p>
          <a:p>
            <a:r>
              <a:t>Feature engineering improved model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Regressor achieved strong predictive performance.</a:t>
            </a:r>
          </a:p>
          <a:p>
            <a:r>
              <a:t>MAE: 621.67</a:t>
            </a:r>
          </a:p>
          <a:p>
            <a:r>
              <a:t>RMSE: 987.49</a:t>
            </a:r>
          </a:p>
          <a:p>
            <a:r>
              <a:t>R² Score: 0.90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Series Analysis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ADF test confirmed stationarity after differencing.</a:t>
            </a:r>
          </a:p>
          <a:p>
            <a:r>
              <a:t>Autocorrelation and PACF plots showed sequential dependencies.</a:t>
            </a:r>
          </a:p>
          <a:p>
            <a:r>
              <a:t>Historical sales patterns influenced future sales behavior.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Deep Learning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LSTM model for advanced sales forecasting.</a:t>
            </a:r>
          </a:p>
          <a:p>
            <a:r>
              <a:t>LSTM predictions successfully followed actual sales trends.</a:t>
            </a:r>
          </a:p>
          <a:p>
            <a:r>
              <a:t>Deep learning captured long-term temporal dependencies.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logging for monitoring and debugging.</a:t>
            </a:r>
          </a:p>
          <a:p>
            <a:r>
              <a:t>Created Streamlit dashboard for sales prediction.</a:t>
            </a:r>
          </a:p>
          <a:p>
            <a:r>
              <a:t>Used DVC and MLflow concepts for experiment and version tracking.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Promotions, customer traffic, store type, and competition distance strongly affect sales.</a:t>
            </a:r>
          </a:p>
          <a:p>
            <a:r>
              <a:t>Machine Learning model achieved high accuracy with R² Score of 0.90.</a:t>
            </a:r>
          </a:p>
          <a:p>
            <a:r>
              <a:t>Time-series and LSTM models successfully captured sales trends.</a:t>
            </a:r>
          </a:p>
          <a:p>
            <a:r>
              <a:t>The project demonstrates effective retail sales forecasting for business decision-making.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412</Words>
  <Application>Microsoft Office PowerPoint</Application>
  <PresentationFormat>On-screen Show (4:3)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Rossmann Store Sales Prediction</vt:lpstr>
      <vt:lpstr>Project Objective</vt:lpstr>
      <vt:lpstr>Dataset Overview</vt:lpstr>
      <vt:lpstr>Promotion Analysis Findings</vt:lpstr>
      <vt:lpstr>Customer Behavior Findings</vt:lpstr>
      <vt:lpstr>Holiday Sales Findings</vt:lpstr>
      <vt:lpstr>Store &amp; Assortment Findings</vt:lpstr>
      <vt:lpstr>Operational Findings</vt:lpstr>
      <vt:lpstr>Feature Importance Findings</vt:lpstr>
      <vt:lpstr>Machine Learning Model Results</vt:lpstr>
      <vt:lpstr>Time Series Analysis Findings</vt:lpstr>
      <vt:lpstr>LSTM Deep Learning Findings</vt:lpstr>
      <vt:lpstr>Logging &amp; Deployment</vt:lpstr>
      <vt:lpstr>Final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saket rai</dc:creator>
  <cp:keywords/>
  <dc:description>generated using python-pptx</dc:description>
  <cp:lastModifiedBy>saket rai</cp:lastModifiedBy>
  <cp:revision>2</cp:revision>
  <dcterms:created xsi:type="dcterms:W3CDTF">2013-01-27T09:14:16Z</dcterms:created>
  <dcterms:modified xsi:type="dcterms:W3CDTF">2026-05-15T15:10:10Z</dcterms:modified>
  <cp:category/>
</cp:coreProperties>
</file>